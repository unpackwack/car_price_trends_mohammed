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DF374-4FA6-4200-7EED-17186BF18302}" v="151" dt="2025-11-17T03:32:11.341"/>
    <p1510:client id="{A5945415-9878-C5CE-3874-8D94508C91F2}" v="351" dt="2025-11-17T01:04:31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13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mohammed" userId="cc9944c70ea9811b" providerId="LiveId" clId="{78A6E74E-A845-4095-ABCB-7ED6B357D56A}"/>
    <pc:docChg chg="custSel modSld">
      <pc:chgData name="kevin mohammed" userId="cc9944c70ea9811b" providerId="LiveId" clId="{78A6E74E-A845-4095-ABCB-7ED6B357D56A}" dt="2025-11-17T04:33:27.492" v="0" actId="20577"/>
      <pc:docMkLst>
        <pc:docMk/>
      </pc:docMkLst>
      <pc:sldChg chg="modSp mod">
        <pc:chgData name="kevin mohammed" userId="cc9944c70ea9811b" providerId="LiveId" clId="{78A6E74E-A845-4095-ABCB-7ED6B357D56A}" dt="2025-11-17T04:33:27.492" v="0" actId="20577"/>
        <pc:sldMkLst>
          <pc:docMk/>
          <pc:sldMk cId="2632863220" sldId="257"/>
        </pc:sldMkLst>
        <pc:graphicFrameChg chg="modGraphic">
          <ac:chgData name="kevin mohammed" userId="cc9944c70ea9811b" providerId="LiveId" clId="{78A6E74E-A845-4095-ABCB-7ED6B357D56A}" dt="2025-11-17T04:33:27.492" v="0" actId="20577"/>
          <ac:graphicFrameMkLst>
            <pc:docMk/>
            <pc:sldMk cId="2632863220" sldId="257"/>
            <ac:graphicFrameMk id="5" creationId="{BE05F707-C7A6-B268-2DA9-2BF0BD35CCA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8A5DB8-7AAB-4D8D-BB2C-4AAA813592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68E17A-D2E2-49B6-AEBA-70E5F3C7733F}">
      <dgm:prSet/>
      <dgm:spPr/>
      <dgm:t>
        <a:bodyPr/>
        <a:lstStyle/>
        <a:p>
          <a:r>
            <a:rPr lang="en-US" dirty="0">
              <a:latin typeface="Aptos Display" panose="020F0302020204030204"/>
            </a:rPr>
            <a:t>How</a:t>
          </a:r>
          <a:r>
            <a:rPr lang="en-US" dirty="0"/>
            <a:t> vehicles depreciate as </a:t>
          </a:r>
          <a:r>
            <a:rPr lang="en-US"/>
            <a:t>they age?</a:t>
          </a:r>
          <a:endParaRPr lang="en-US" dirty="0"/>
        </a:p>
      </dgm:t>
    </dgm:pt>
    <dgm:pt modelId="{D133931A-DBB4-4BB0-B3B9-E2CEC3678293}" type="parTrans" cxnId="{01CFCBAE-2EC8-4A53-83AB-15C2E2B1AD6B}">
      <dgm:prSet/>
      <dgm:spPr/>
      <dgm:t>
        <a:bodyPr/>
        <a:lstStyle/>
        <a:p>
          <a:endParaRPr lang="en-US"/>
        </a:p>
      </dgm:t>
    </dgm:pt>
    <dgm:pt modelId="{5FDB69C6-43F5-4BBA-AB24-223AB48BBA81}" type="sibTrans" cxnId="{01CFCBAE-2EC8-4A53-83AB-15C2E2B1AD6B}">
      <dgm:prSet/>
      <dgm:spPr/>
      <dgm:t>
        <a:bodyPr/>
        <a:lstStyle/>
        <a:p>
          <a:endParaRPr lang="en-US"/>
        </a:p>
      </dgm:t>
    </dgm:pt>
    <dgm:pt modelId="{AA91C4FF-171E-41CD-8E67-267A5F85E25C}">
      <dgm:prSet/>
      <dgm:spPr/>
      <dgm:t>
        <a:bodyPr/>
        <a:lstStyle/>
        <a:p>
          <a:r>
            <a:rPr lang="en-US" dirty="0"/>
            <a:t>How </a:t>
          </a:r>
          <a:r>
            <a:rPr lang="en-US" dirty="0">
              <a:latin typeface="Aptos Display" panose="020F0302020204030204"/>
            </a:rPr>
            <a:t>do</a:t>
          </a:r>
          <a:r>
            <a:rPr lang="en-US" dirty="0"/>
            <a:t> </a:t>
          </a:r>
          <a:r>
            <a:rPr lang="en-US" dirty="0">
              <a:latin typeface="Aptos Display" panose="020F0302020204030204"/>
            </a:rPr>
            <a:t>sports</a:t>
          </a:r>
          <a:r>
            <a:rPr lang="en-US" dirty="0"/>
            <a:t> cars compare to economy cars</a:t>
          </a:r>
          <a:r>
            <a:rPr lang="en-US" dirty="0">
              <a:latin typeface="Aptos Display" panose="020F0302020204030204"/>
            </a:rPr>
            <a:t>?</a:t>
          </a:r>
          <a:endParaRPr lang="en-US" dirty="0"/>
        </a:p>
      </dgm:t>
    </dgm:pt>
    <dgm:pt modelId="{7C4925B2-F064-46DC-80BD-A9C12BF4C0F6}" type="parTrans" cxnId="{DCC7547C-F2AB-4F62-BB22-2DA0E52CEF81}">
      <dgm:prSet/>
      <dgm:spPr/>
      <dgm:t>
        <a:bodyPr/>
        <a:lstStyle/>
        <a:p>
          <a:endParaRPr lang="en-US"/>
        </a:p>
      </dgm:t>
    </dgm:pt>
    <dgm:pt modelId="{8544A07D-4C56-4EEE-8FFC-FE93629DD43C}" type="sibTrans" cxnId="{DCC7547C-F2AB-4F62-BB22-2DA0E52CEF81}">
      <dgm:prSet/>
      <dgm:spPr/>
      <dgm:t>
        <a:bodyPr/>
        <a:lstStyle/>
        <a:p>
          <a:endParaRPr lang="en-US"/>
        </a:p>
      </dgm:t>
    </dgm:pt>
    <dgm:pt modelId="{D186D8F3-2DA9-41DC-AD18-5C9EBC93D5B9}" type="pres">
      <dgm:prSet presAssocID="{E18A5DB8-7AAB-4D8D-BB2C-4AAA81359210}" presName="linear" presStyleCnt="0">
        <dgm:presLayoutVars>
          <dgm:animLvl val="lvl"/>
          <dgm:resizeHandles val="exact"/>
        </dgm:presLayoutVars>
      </dgm:prSet>
      <dgm:spPr/>
    </dgm:pt>
    <dgm:pt modelId="{932500C9-D953-44A0-831D-A37242B71283}" type="pres">
      <dgm:prSet presAssocID="{2868E17A-D2E2-49B6-AEBA-70E5F3C7733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92E2183-630F-4305-A9CD-DDB4AAEE0E49}" type="pres">
      <dgm:prSet presAssocID="{5FDB69C6-43F5-4BBA-AB24-223AB48BBA81}" presName="spacer" presStyleCnt="0"/>
      <dgm:spPr/>
    </dgm:pt>
    <dgm:pt modelId="{FDB06500-CADC-49E3-838F-410B221EAF00}" type="pres">
      <dgm:prSet presAssocID="{AA91C4FF-171E-41CD-8E67-267A5F85E25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4C8682C-0847-479F-919A-489DC0D732D2}" type="presOf" srcId="{AA91C4FF-171E-41CD-8E67-267A5F85E25C}" destId="{FDB06500-CADC-49E3-838F-410B221EAF00}" srcOrd="0" destOrd="0" presId="urn:microsoft.com/office/officeart/2005/8/layout/vList2"/>
    <dgm:cxn modelId="{2A0D0D33-60D9-4E5E-9706-FB6AE464B225}" type="presOf" srcId="{2868E17A-D2E2-49B6-AEBA-70E5F3C7733F}" destId="{932500C9-D953-44A0-831D-A37242B71283}" srcOrd="0" destOrd="0" presId="urn:microsoft.com/office/officeart/2005/8/layout/vList2"/>
    <dgm:cxn modelId="{ACCF2977-5E06-46FE-9A9D-95663C2D6756}" type="presOf" srcId="{E18A5DB8-7AAB-4D8D-BB2C-4AAA81359210}" destId="{D186D8F3-2DA9-41DC-AD18-5C9EBC93D5B9}" srcOrd="0" destOrd="0" presId="urn:microsoft.com/office/officeart/2005/8/layout/vList2"/>
    <dgm:cxn modelId="{DCC7547C-F2AB-4F62-BB22-2DA0E52CEF81}" srcId="{E18A5DB8-7AAB-4D8D-BB2C-4AAA81359210}" destId="{AA91C4FF-171E-41CD-8E67-267A5F85E25C}" srcOrd="1" destOrd="0" parTransId="{7C4925B2-F064-46DC-80BD-A9C12BF4C0F6}" sibTransId="{8544A07D-4C56-4EEE-8FFC-FE93629DD43C}"/>
    <dgm:cxn modelId="{01CFCBAE-2EC8-4A53-83AB-15C2E2B1AD6B}" srcId="{E18A5DB8-7AAB-4D8D-BB2C-4AAA81359210}" destId="{2868E17A-D2E2-49B6-AEBA-70E5F3C7733F}" srcOrd="0" destOrd="0" parTransId="{D133931A-DBB4-4BB0-B3B9-E2CEC3678293}" sibTransId="{5FDB69C6-43F5-4BBA-AB24-223AB48BBA81}"/>
    <dgm:cxn modelId="{A8CBD88E-B6DB-4DA0-A0FB-B4AF37DD4574}" type="presParOf" srcId="{D186D8F3-2DA9-41DC-AD18-5C9EBC93D5B9}" destId="{932500C9-D953-44A0-831D-A37242B71283}" srcOrd="0" destOrd="0" presId="urn:microsoft.com/office/officeart/2005/8/layout/vList2"/>
    <dgm:cxn modelId="{3CF8EE3C-8D1A-4785-93E6-AD1A1E5E79B7}" type="presParOf" srcId="{D186D8F3-2DA9-41DC-AD18-5C9EBC93D5B9}" destId="{C92E2183-630F-4305-A9CD-DDB4AAEE0E49}" srcOrd="1" destOrd="0" presId="urn:microsoft.com/office/officeart/2005/8/layout/vList2"/>
    <dgm:cxn modelId="{0357038B-D1A3-4C76-91C8-AB2AF90513F9}" type="presParOf" srcId="{D186D8F3-2DA9-41DC-AD18-5C9EBC93D5B9}" destId="{FDB06500-CADC-49E3-838F-410B221EAF0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2D38B7-AC75-4D4C-9F49-50D9D47F00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79954E-7D09-4859-81C2-E11A4E51662D}">
      <dgm:prSet/>
      <dgm:spPr/>
      <dgm:t>
        <a:bodyPr/>
        <a:lstStyle/>
        <a:p>
          <a:r>
            <a:rPr lang="en-US"/>
            <a:t>Data was Tidy</a:t>
          </a:r>
        </a:p>
      </dgm:t>
    </dgm:pt>
    <dgm:pt modelId="{89B6EA7B-D5AB-41C5-B42E-9FA415D2557A}" type="parTrans" cxnId="{5C77B7E8-AB73-42ED-A15E-B75137743B1F}">
      <dgm:prSet/>
      <dgm:spPr/>
      <dgm:t>
        <a:bodyPr/>
        <a:lstStyle/>
        <a:p>
          <a:endParaRPr lang="en-US"/>
        </a:p>
      </dgm:t>
    </dgm:pt>
    <dgm:pt modelId="{8B57FF2C-EA2F-4566-8634-29C0EF0783B0}" type="sibTrans" cxnId="{5C77B7E8-AB73-42ED-A15E-B75137743B1F}">
      <dgm:prSet/>
      <dgm:spPr/>
      <dgm:t>
        <a:bodyPr/>
        <a:lstStyle/>
        <a:p>
          <a:endParaRPr lang="en-US"/>
        </a:p>
      </dgm:t>
    </dgm:pt>
    <dgm:pt modelId="{1157562C-5244-4C84-8451-ADFEC94F93D6}">
      <dgm:prSet/>
      <dgm:spPr/>
      <dgm:t>
        <a:bodyPr/>
        <a:lstStyle/>
        <a:p>
          <a:r>
            <a:rPr lang="en-US"/>
            <a:t>Did not need to reformat</a:t>
          </a:r>
        </a:p>
      </dgm:t>
    </dgm:pt>
    <dgm:pt modelId="{E719B229-41BB-405B-A1A1-C70E1C55CD3B}" type="parTrans" cxnId="{AE2C9144-1050-4D46-AF42-999CDA55F4D1}">
      <dgm:prSet/>
      <dgm:spPr/>
      <dgm:t>
        <a:bodyPr/>
        <a:lstStyle/>
        <a:p>
          <a:endParaRPr lang="en-US"/>
        </a:p>
      </dgm:t>
    </dgm:pt>
    <dgm:pt modelId="{122087B8-06C7-4D8C-887E-F048A60A8DA1}" type="sibTrans" cxnId="{AE2C9144-1050-4D46-AF42-999CDA55F4D1}">
      <dgm:prSet/>
      <dgm:spPr/>
      <dgm:t>
        <a:bodyPr/>
        <a:lstStyle/>
        <a:p>
          <a:endParaRPr lang="en-US"/>
        </a:p>
      </dgm:t>
    </dgm:pt>
    <dgm:pt modelId="{87C2DFC3-3660-480A-9B4D-72F0D88CE26A}">
      <dgm:prSet/>
      <dgm:spPr/>
      <dgm:t>
        <a:bodyPr/>
        <a:lstStyle/>
        <a:p>
          <a:r>
            <a:rPr lang="en-US"/>
            <a:t>Dimensions: 50,000x7</a:t>
          </a:r>
        </a:p>
      </dgm:t>
    </dgm:pt>
    <dgm:pt modelId="{2867ED0A-66A7-411F-8798-BB2BF86B2B03}" type="parTrans" cxnId="{90FD252C-7F20-42C8-BC16-C698C240EEA6}">
      <dgm:prSet/>
      <dgm:spPr/>
      <dgm:t>
        <a:bodyPr/>
        <a:lstStyle/>
        <a:p>
          <a:endParaRPr lang="en-US"/>
        </a:p>
      </dgm:t>
    </dgm:pt>
    <dgm:pt modelId="{DC9FB76B-4B81-4FEC-9C37-8CB0F76AE247}" type="sibTrans" cxnId="{90FD252C-7F20-42C8-BC16-C698C240EEA6}">
      <dgm:prSet/>
      <dgm:spPr/>
      <dgm:t>
        <a:bodyPr/>
        <a:lstStyle/>
        <a:p>
          <a:endParaRPr lang="en-US"/>
        </a:p>
      </dgm:t>
    </dgm:pt>
    <dgm:pt modelId="{3E8B7A64-B58B-403F-9B53-3872EFDA0531}">
      <dgm:prSet/>
      <dgm:spPr/>
      <dgm:t>
        <a:bodyPr/>
        <a:lstStyle/>
        <a:p>
          <a:r>
            <a:rPr lang="en-US"/>
            <a:t>No NA's</a:t>
          </a:r>
        </a:p>
      </dgm:t>
    </dgm:pt>
    <dgm:pt modelId="{64EBE14F-AE1B-4E1B-B8FD-B7C770E6F7B9}" type="parTrans" cxnId="{EBB6EBC4-3D50-42F4-8078-EFC018AD592B}">
      <dgm:prSet/>
      <dgm:spPr/>
      <dgm:t>
        <a:bodyPr/>
        <a:lstStyle/>
        <a:p>
          <a:endParaRPr lang="en-US"/>
        </a:p>
      </dgm:t>
    </dgm:pt>
    <dgm:pt modelId="{A547E502-8E96-405C-8D26-5B25079E13E7}" type="sibTrans" cxnId="{EBB6EBC4-3D50-42F4-8078-EFC018AD592B}">
      <dgm:prSet/>
      <dgm:spPr/>
      <dgm:t>
        <a:bodyPr/>
        <a:lstStyle/>
        <a:p>
          <a:endParaRPr lang="en-US"/>
        </a:p>
      </dgm:t>
    </dgm:pt>
    <dgm:pt modelId="{51616314-3436-4FAC-9BB7-845442AA3B38}">
      <dgm:prSet/>
      <dgm:spPr/>
      <dgm:t>
        <a:bodyPr/>
        <a:lstStyle/>
        <a:p>
          <a:r>
            <a:rPr lang="en-US"/>
            <a:t>Interested variable is Price</a:t>
          </a:r>
        </a:p>
      </dgm:t>
    </dgm:pt>
    <dgm:pt modelId="{D10652D3-3326-4151-97F1-D40E69163106}" type="parTrans" cxnId="{94A0DC69-B284-4978-BC1D-69D3A11D7915}">
      <dgm:prSet/>
      <dgm:spPr/>
      <dgm:t>
        <a:bodyPr/>
        <a:lstStyle/>
        <a:p>
          <a:endParaRPr lang="en-US"/>
        </a:p>
      </dgm:t>
    </dgm:pt>
    <dgm:pt modelId="{636942F8-9089-4157-87A5-401B1B037F2D}" type="sibTrans" cxnId="{94A0DC69-B284-4978-BC1D-69D3A11D7915}">
      <dgm:prSet/>
      <dgm:spPr/>
      <dgm:t>
        <a:bodyPr/>
        <a:lstStyle/>
        <a:p>
          <a:endParaRPr lang="en-US"/>
        </a:p>
      </dgm:t>
    </dgm:pt>
    <dgm:pt modelId="{26EF9492-77CC-4321-B519-75C6CDCD79FD}" type="pres">
      <dgm:prSet presAssocID="{0C2D38B7-AC75-4D4C-9F49-50D9D47F000C}" presName="linear" presStyleCnt="0">
        <dgm:presLayoutVars>
          <dgm:animLvl val="lvl"/>
          <dgm:resizeHandles val="exact"/>
        </dgm:presLayoutVars>
      </dgm:prSet>
      <dgm:spPr/>
    </dgm:pt>
    <dgm:pt modelId="{1A2BE904-63A7-4947-83FF-CABC22B0D59A}" type="pres">
      <dgm:prSet presAssocID="{F779954E-7D09-4859-81C2-E11A4E51662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63FC9BE-1162-402B-8AF5-88CDA62D74FA}" type="pres">
      <dgm:prSet presAssocID="{8B57FF2C-EA2F-4566-8634-29C0EF0783B0}" presName="spacer" presStyleCnt="0"/>
      <dgm:spPr/>
    </dgm:pt>
    <dgm:pt modelId="{11B7BBC3-67C1-4919-ACFC-B325440FBD4E}" type="pres">
      <dgm:prSet presAssocID="{1157562C-5244-4C84-8451-ADFEC94F93D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1E73079-BF42-4765-89B1-FAA05A5DBD70}" type="pres">
      <dgm:prSet presAssocID="{122087B8-06C7-4D8C-887E-F048A60A8DA1}" presName="spacer" presStyleCnt="0"/>
      <dgm:spPr/>
    </dgm:pt>
    <dgm:pt modelId="{62E78B88-BB3B-4008-B4EE-8801D32FDAB0}" type="pres">
      <dgm:prSet presAssocID="{87C2DFC3-3660-480A-9B4D-72F0D88CE26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97AA6BB-1485-47F0-B82F-AE2F613C969B}" type="pres">
      <dgm:prSet presAssocID="{DC9FB76B-4B81-4FEC-9C37-8CB0F76AE247}" presName="spacer" presStyleCnt="0"/>
      <dgm:spPr/>
    </dgm:pt>
    <dgm:pt modelId="{16B6E4C3-FA39-4317-863C-69CEB11B8CF3}" type="pres">
      <dgm:prSet presAssocID="{3E8B7A64-B58B-403F-9B53-3872EFDA053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08C045C-557D-46B7-BF6F-FDB5542DF2C4}" type="pres">
      <dgm:prSet presAssocID="{A547E502-8E96-405C-8D26-5B25079E13E7}" presName="spacer" presStyleCnt="0"/>
      <dgm:spPr/>
    </dgm:pt>
    <dgm:pt modelId="{919BB52F-CE0C-4982-8189-90350DCA7211}" type="pres">
      <dgm:prSet presAssocID="{51616314-3436-4FAC-9BB7-845442AA3B3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9E13D01-5F80-45CC-9ECF-544ED39B128C}" type="presOf" srcId="{F779954E-7D09-4859-81C2-E11A4E51662D}" destId="{1A2BE904-63A7-4947-83FF-CABC22B0D59A}" srcOrd="0" destOrd="0" presId="urn:microsoft.com/office/officeart/2005/8/layout/vList2"/>
    <dgm:cxn modelId="{1A3DE615-D5E1-4A4E-A763-B659A452226C}" type="presOf" srcId="{87C2DFC3-3660-480A-9B4D-72F0D88CE26A}" destId="{62E78B88-BB3B-4008-B4EE-8801D32FDAB0}" srcOrd="0" destOrd="0" presId="urn:microsoft.com/office/officeart/2005/8/layout/vList2"/>
    <dgm:cxn modelId="{90FD252C-7F20-42C8-BC16-C698C240EEA6}" srcId="{0C2D38B7-AC75-4D4C-9F49-50D9D47F000C}" destId="{87C2DFC3-3660-480A-9B4D-72F0D88CE26A}" srcOrd="2" destOrd="0" parTransId="{2867ED0A-66A7-411F-8798-BB2BF86B2B03}" sibTransId="{DC9FB76B-4B81-4FEC-9C37-8CB0F76AE247}"/>
    <dgm:cxn modelId="{AE2C9144-1050-4D46-AF42-999CDA55F4D1}" srcId="{0C2D38B7-AC75-4D4C-9F49-50D9D47F000C}" destId="{1157562C-5244-4C84-8451-ADFEC94F93D6}" srcOrd="1" destOrd="0" parTransId="{E719B229-41BB-405B-A1A1-C70E1C55CD3B}" sibTransId="{122087B8-06C7-4D8C-887E-F048A60A8DA1}"/>
    <dgm:cxn modelId="{94A0DC69-B284-4978-BC1D-69D3A11D7915}" srcId="{0C2D38B7-AC75-4D4C-9F49-50D9D47F000C}" destId="{51616314-3436-4FAC-9BB7-845442AA3B38}" srcOrd="4" destOrd="0" parTransId="{D10652D3-3326-4151-97F1-D40E69163106}" sibTransId="{636942F8-9089-4157-87A5-401B1B037F2D}"/>
    <dgm:cxn modelId="{D76C538B-8C1F-423B-BA67-9EC654F625A2}" type="presOf" srcId="{3E8B7A64-B58B-403F-9B53-3872EFDA0531}" destId="{16B6E4C3-FA39-4317-863C-69CEB11B8CF3}" srcOrd="0" destOrd="0" presId="urn:microsoft.com/office/officeart/2005/8/layout/vList2"/>
    <dgm:cxn modelId="{AA81E795-4BD4-4794-BE98-195545005BA4}" type="presOf" srcId="{0C2D38B7-AC75-4D4C-9F49-50D9D47F000C}" destId="{26EF9492-77CC-4321-B519-75C6CDCD79FD}" srcOrd="0" destOrd="0" presId="urn:microsoft.com/office/officeart/2005/8/layout/vList2"/>
    <dgm:cxn modelId="{EDE2C69A-BBC1-4716-8CFE-616B696C6B87}" type="presOf" srcId="{51616314-3436-4FAC-9BB7-845442AA3B38}" destId="{919BB52F-CE0C-4982-8189-90350DCA7211}" srcOrd="0" destOrd="0" presId="urn:microsoft.com/office/officeart/2005/8/layout/vList2"/>
    <dgm:cxn modelId="{EBB6EBC4-3D50-42F4-8078-EFC018AD592B}" srcId="{0C2D38B7-AC75-4D4C-9F49-50D9D47F000C}" destId="{3E8B7A64-B58B-403F-9B53-3872EFDA0531}" srcOrd="3" destOrd="0" parTransId="{64EBE14F-AE1B-4E1B-B8FD-B7C770E6F7B9}" sibTransId="{A547E502-8E96-405C-8D26-5B25079E13E7}"/>
    <dgm:cxn modelId="{7B07F0DB-AADA-441C-B31F-1BE88D59046C}" type="presOf" srcId="{1157562C-5244-4C84-8451-ADFEC94F93D6}" destId="{11B7BBC3-67C1-4919-ACFC-B325440FBD4E}" srcOrd="0" destOrd="0" presId="urn:microsoft.com/office/officeart/2005/8/layout/vList2"/>
    <dgm:cxn modelId="{5C77B7E8-AB73-42ED-A15E-B75137743B1F}" srcId="{0C2D38B7-AC75-4D4C-9F49-50D9D47F000C}" destId="{F779954E-7D09-4859-81C2-E11A4E51662D}" srcOrd="0" destOrd="0" parTransId="{89B6EA7B-D5AB-41C5-B42E-9FA415D2557A}" sibTransId="{8B57FF2C-EA2F-4566-8634-29C0EF0783B0}"/>
    <dgm:cxn modelId="{D44A97C2-FCEC-42DA-8852-C19576010391}" type="presParOf" srcId="{26EF9492-77CC-4321-B519-75C6CDCD79FD}" destId="{1A2BE904-63A7-4947-83FF-CABC22B0D59A}" srcOrd="0" destOrd="0" presId="urn:microsoft.com/office/officeart/2005/8/layout/vList2"/>
    <dgm:cxn modelId="{4EDCD7B6-F10E-48AF-ACA8-C112069262CF}" type="presParOf" srcId="{26EF9492-77CC-4321-B519-75C6CDCD79FD}" destId="{F63FC9BE-1162-402B-8AF5-88CDA62D74FA}" srcOrd="1" destOrd="0" presId="urn:microsoft.com/office/officeart/2005/8/layout/vList2"/>
    <dgm:cxn modelId="{90D4D554-84E9-4A47-A433-19586A55E8FC}" type="presParOf" srcId="{26EF9492-77CC-4321-B519-75C6CDCD79FD}" destId="{11B7BBC3-67C1-4919-ACFC-B325440FBD4E}" srcOrd="2" destOrd="0" presId="urn:microsoft.com/office/officeart/2005/8/layout/vList2"/>
    <dgm:cxn modelId="{0FFFCE82-CDAD-4B8A-977A-232FDB0A072E}" type="presParOf" srcId="{26EF9492-77CC-4321-B519-75C6CDCD79FD}" destId="{61E73079-BF42-4765-89B1-FAA05A5DBD70}" srcOrd="3" destOrd="0" presId="urn:microsoft.com/office/officeart/2005/8/layout/vList2"/>
    <dgm:cxn modelId="{34C68242-F732-4E81-BDD0-A47A827AEF8E}" type="presParOf" srcId="{26EF9492-77CC-4321-B519-75C6CDCD79FD}" destId="{62E78B88-BB3B-4008-B4EE-8801D32FDAB0}" srcOrd="4" destOrd="0" presId="urn:microsoft.com/office/officeart/2005/8/layout/vList2"/>
    <dgm:cxn modelId="{8426B74D-D7A1-40D0-9152-1FFA6092E386}" type="presParOf" srcId="{26EF9492-77CC-4321-B519-75C6CDCD79FD}" destId="{697AA6BB-1485-47F0-B82F-AE2F613C969B}" srcOrd="5" destOrd="0" presId="urn:microsoft.com/office/officeart/2005/8/layout/vList2"/>
    <dgm:cxn modelId="{C1839426-1F65-48F8-836B-439FBE0A6A7D}" type="presParOf" srcId="{26EF9492-77CC-4321-B519-75C6CDCD79FD}" destId="{16B6E4C3-FA39-4317-863C-69CEB11B8CF3}" srcOrd="6" destOrd="0" presId="urn:microsoft.com/office/officeart/2005/8/layout/vList2"/>
    <dgm:cxn modelId="{79CD30EB-818E-49D4-A690-6C26078FD0EF}" type="presParOf" srcId="{26EF9492-77CC-4321-B519-75C6CDCD79FD}" destId="{308C045C-557D-46B7-BF6F-FDB5542DF2C4}" srcOrd="7" destOrd="0" presId="urn:microsoft.com/office/officeart/2005/8/layout/vList2"/>
    <dgm:cxn modelId="{07432CEE-82A0-4256-A70B-2B0F0339D3CB}" type="presParOf" srcId="{26EF9492-77CC-4321-B519-75C6CDCD79FD}" destId="{919BB52F-CE0C-4982-8189-90350DCA721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2D38B7-AC75-4D4C-9F49-50D9D47F00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79954E-7D09-4859-81C2-E11A4E51662D}">
      <dgm:prSet phldr="0"/>
      <dgm:spPr/>
      <dgm:t>
        <a:bodyPr/>
        <a:lstStyle/>
        <a:p>
          <a:r>
            <a:rPr lang="en-US" dirty="0">
              <a:latin typeface="Aptos Display" panose="020F0302020204030204"/>
            </a:rPr>
            <a:t>We were able to see how vehicles depreciate per decade</a:t>
          </a:r>
          <a:endParaRPr lang="en-US" dirty="0"/>
        </a:p>
      </dgm:t>
    </dgm:pt>
    <dgm:pt modelId="{89B6EA7B-D5AB-41C5-B42E-9FA415D2557A}" type="parTrans" cxnId="{5C77B7E8-AB73-42ED-A15E-B75137743B1F}">
      <dgm:prSet/>
      <dgm:spPr/>
      <dgm:t>
        <a:bodyPr/>
        <a:lstStyle/>
        <a:p>
          <a:endParaRPr lang="en-US"/>
        </a:p>
      </dgm:t>
    </dgm:pt>
    <dgm:pt modelId="{8B57FF2C-EA2F-4566-8634-29C0EF0783B0}" type="sibTrans" cxnId="{5C77B7E8-AB73-42ED-A15E-B75137743B1F}">
      <dgm:prSet/>
      <dgm:spPr/>
      <dgm:t>
        <a:bodyPr/>
        <a:lstStyle/>
        <a:p>
          <a:endParaRPr lang="en-US"/>
        </a:p>
      </dgm:t>
    </dgm:pt>
    <dgm:pt modelId="{1157562C-5244-4C84-8451-ADFEC94F93D6}">
      <dgm:prSet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How sports cars fluctuate in value</a:t>
          </a:r>
          <a:endParaRPr lang="en-US" dirty="0"/>
        </a:p>
      </dgm:t>
    </dgm:pt>
    <dgm:pt modelId="{E719B229-41BB-405B-A1A1-C70E1C55CD3B}" type="parTrans" cxnId="{AE2C9144-1050-4D46-AF42-999CDA55F4D1}">
      <dgm:prSet/>
      <dgm:spPr/>
      <dgm:t>
        <a:bodyPr/>
        <a:lstStyle/>
        <a:p>
          <a:endParaRPr lang="en-US"/>
        </a:p>
      </dgm:t>
    </dgm:pt>
    <dgm:pt modelId="{122087B8-06C7-4D8C-887E-F048A60A8DA1}" type="sibTrans" cxnId="{AE2C9144-1050-4D46-AF42-999CDA55F4D1}">
      <dgm:prSet/>
      <dgm:spPr/>
      <dgm:t>
        <a:bodyPr/>
        <a:lstStyle/>
        <a:p>
          <a:endParaRPr lang="en-US"/>
        </a:p>
      </dgm:t>
    </dgm:pt>
    <dgm:pt modelId="{87C2DFC3-3660-480A-9B4D-72F0D88CE26A}">
      <dgm:prSet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The growth of economy car prices</a:t>
          </a:r>
          <a:endParaRPr lang="en-US" dirty="0"/>
        </a:p>
      </dgm:t>
    </dgm:pt>
    <dgm:pt modelId="{2867ED0A-66A7-411F-8798-BB2BF86B2B03}" type="parTrans" cxnId="{90FD252C-7F20-42C8-BC16-C698C240EEA6}">
      <dgm:prSet/>
      <dgm:spPr/>
      <dgm:t>
        <a:bodyPr/>
        <a:lstStyle/>
        <a:p>
          <a:endParaRPr lang="en-US"/>
        </a:p>
      </dgm:t>
    </dgm:pt>
    <dgm:pt modelId="{DC9FB76B-4B81-4FEC-9C37-8CB0F76AE247}" type="sibTrans" cxnId="{90FD252C-7F20-42C8-BC16-C698C240EEA6}">
      <dgm:prSet/>
      <dgm:spPr/>
      <dgm:t>
        <a:bodyPr/>
        <a:lstStyle/>
        <a:p>
          <a:endParaRPr lang="en-US"/>
        </a:p>
      </dgm:t>
    </dgm:pt>
    <dgm:pt modelId="{B9EC7A97-AD11-4607-8B12-A10378EEAB6A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The exponential growth of price</a:t>
          </a:r>
        </a:p>
      </dgm:t>
    </dgm:pt>
    <dgm:pt modelId="{50E232E9-2A8F-4234-8026-F72C7CD4DB7A}" type="parTrans" cxnId="{1C8265DF-12DB-4585-BDC3-400CF97D2968}">
      <dgm:prSet/>
      <dgm:spPr/>
    </dgm:pt>
    <dgm:pt modelId="{C546DFE6-D269-402E-B9BE-0F0F0D0ED618}" type="sibTrans" cxnId="{1C8265DF-12DB-4585-BDC3-400CF97D2968}">
      <dgm:prSet/>
      <dgm:spPr/>
    </dgm:pt>
    <dgm:pt modelId="{E48D0984-6191-4C97-AC39-26F6897AA15F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Unable to explain price  growth</a:t>
          </a:r>
        </a:p>
      </dgm:t>
    </dgm:pt>
    <dgm:pt modelId="{B46E65C5-A9F9-4D1C-8466-9AA504E10107}" type="parTrans" cxnId="{06132EA2-1956-4761-8C01-30F2D57A15CE}">
      <dgm:prSet/>
      <dgm:spPr/>
    </dgm:pt>
    <dgm:pt modelId="{0B72C935-E81F-4CE6-A1E8-41F0F28BF1F9}" type="sibTrans" cxnId="{06132EA2-1956-4761-8C01-30F2D57A15CE}">
      <dgm:prSet/>
      <dgm:spPr/>
    </dgm:pt>
    <dgm:pt modelId="{9B2E2E71-477F-4C1B-B1CB-4D81FC776E7E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Found limitatons</a:t>
          </a:r>
        </a:p>
      </dgm:t>
    </dgm:pt>
    <dgm:pt modelId="{83D1A6F2-3E67-423C-80A3-7F97A1CD52D4}" type="parTrans" cxnId="{F0506C2C-1104-4DFC-8EC8-7EE38B18888C}">
      <dgm:prSet/>
      <dgm:spPr/>
    </dgm:pt>
    <dgm:pt modelId="{761B83EB-D34D-411C-BCFF-BC0AD54973D0}" type="sibTrans" cxnId="{F0506C2C-1104-4DFC-8EC8-7EE38B18888C}">
      <dgm:prSet/>
      <dgm:spPr/>
    </dgm:pt>
    <dgm:pt modelId="{26EF9492-77CC-4321-B519-75C6CDCD79FD}" type="pres">
      <dgm:prSet presAssocID="{0C2D38B7-AC75-4D4C-9F49-50D9D47F000C}" presName="linear" presStyleCnt="0">
        <dgm:presLayoutVars>
          <dgm:animLvl val="lvl"/>
          <dgm:resizeHandles val="exact"/>
        </dgm:presLayoutVars>
      </dgm:prSet>
      <dgm:spPr/>
    </dgm:pt>
    <dgm:pt modelId="{AF57AD94-9983-4A3D-AD2A-A63AF464ABF6}" type="pres">
      <dgm:prSet presAssocID="{9B2E2E71-477F-4C1B-B1CB-4D81FC776E7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A1D9B04-9161-48D9-98B6-1066B8CF6B59}" type="pres">
      <dgm:prSet presAssocID="{761B83EB-D34D-411C-BCFF-BC0AD54973D0}" presName="spacer" presStyleCnt="0"/>
      <dgm:spPr/>
    </dgm:pt>
    <dgm:pt modelId="{1A2BE904-63A7-4947-83FF-CABC22B0D59A}" type="pres">
      <dgm:prSet presAssocID="{F779954E-7D09-4859-81C2-E11A4E51662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63FC9BE-1162-402B-8AF5-88CDA62D74FA}" type="pres">
      <dgm:prSet presAssocID="{8B57FF2C-EA2F-4566-8634-29C0EF0783B0}" presName="spacer" presStyleCnt="0"/>
      <dgm:spPr/>
    </dgm:pt>
    <dgm:pt modelId="{33EC1D9D-04AA-48C0-BD27-405B8EC325BE}" type="pres">
      <dgm:prSet presAssocID="{B9EC7A97-AD11-4607-8B12-A10378EEAB6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9D323F8-995A-4C9A-BA86-D57AE1B644BB}" type="pres">
      <dgm:prSet presAssocID="{C546DFE6-D269-402E-B9BE-0F0F0D0ED618}" presName="spacer" presStyleCnt="0"/>
      <dgm:spPr/>
    </dgm:pt>
    <dgm:pt modelId="{11B7BBC3-67C1-4919-ACFC-B325440FBD4E}" type="pres">
      <dgm:prSet presAssocID="{1157562C-5244-4C84-8451-ADFEC94F93D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1E73079-BF42-4765-89B1-FAA05A5DBD70}" type="pres">
      <dgm:prSet presAssocID="{122087B8-06C7-4D8C-887E-F048A60A8DA1}" presName="spacer" presStyleCnt="0"/>
      <dgm:spPr/>
    </dgm:pt>
    <dgm:pt modelId="{62E78B88-BB3B-4008-B4EE-8801D32FDAB0}" type="pres">
      <dgm:prSet presAssocID="{87C2DFC3-3660-480A-9B4D-72F0D88CE26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325EF42-17DF-4628-8207-33ADB3B17C66}" type="pres">
      <dgm:prSet presAssocID="{DC9FB76B-4B81-4FEC-9C37-8CB0F76AE247}" presName="spacer" presStyleCnt="0"/>
      <dgm:spPr/>
    </dgm:pt>
    <dgm:pt modelId="{82D151A8-1412-4928-A7B8-573D93CF3FFC}" type="pres">
      <dgm:prSet presAssocID="{E48D0984-6191-4C97-AC39-26F6897AA15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08E9704-C65A-42B6-B321-41E264D65642}" type="presOf" srcId="{B9EC7A97-AD11-4607-8B12-A10378EEAB6A}" destId="{33EC1D9D-04AA-48C0-BD27-405B8EC325BE}" srcOrd="0" destOrd="0" presId="urn:microsoft.com/office/officeart/2005/8/layout/vList2"/>
    <dgm:cxn modelId="{342FB519-4E58-46D3-A179-44D9AC921F49}" type="presOf" srcId="{F779954E-7D09-4859-81C2-E11A4E51662D}" destId="{1A2BE904-63A7-4947-83FF-CABC22B0D59A}" srcOrd="0" destOrd="0" presId="urn:microsoft.com/office/officeart/2005/8/layout/vList2"/>
    <dgm:cxn modelId="{9DE09B20-DBED-4DF8-B32C-4F751648CAAD}" type="presOf" srcId="{E48D0984-6191-4C97-AC39-26F6897AA15F}" destId="{82D151A8-1412-4928-A7B8-573D93CF3FFC}" srcOrd="0" destOrd="0" presId="urn:microsoft.com/office/officeart/2005/8/layout/vList2"/>
    <dgm:cxn modelId="{90FD252C-7F20-42C8-BC16-C698C240EEA6}" srcId="{0C2D38B7-AC75-4D4C-9F49-50D9D47F000C}" destId="{87C2DFC3-3660-480A-9B4D-72F0D88CE26A}" srcOrd="4" destOrd="0" parTransId="{2867ED0A-66A7-411F-8798-BB2BF86B2B03}" sibTransId="{DC9FB76B-4B81-4FEC-9C37-8CB0F76AE247}"/>
    <dgm:cxn modelId="{F0506C2C-1104-4DFC-8EC8-7EE38B18888C}" srcId="{0C2D38B7-AC75-4D4C-9F49-50D9D47F000C}" destId="{9B2E2E71-477F-4C1B-B1CB-4D81FC776E7E}" srcOrd="0" destOrd="0" parTransId="{83D1A6F2-3E67-423C-80A3-7F97A1CD52D4}" sibTransId="{761B83EB-D34D-411C-BCFF-BC0AD54973D0}"/>
    <dgm:cxn modelId="{AE2C9144-1050-4D46-AF42-999CDA55F4D1}" srcId="{0C2D38B7-AC75-4D4C-9F49-50D9D47F000C}" destId="{1157562C-5244-4C84-8451-ADFEC94F93D6}" srcOrd="3" destOrd="0" parTransId="{E719B229-41BB-405B-A1A1-C70E1C55CD3B}" sibTransId="{122087B8-06C7-4D8C-887E-F048A60A8DA1}"/>
    <dgm:cxn modelId="{51F4E84E-EECC-4D5D-934F-447CA5933D42}" type="presOf" srcId="{9B2E2E71-477F-4C1B-B1CB-4D81FC776E7E}" destId="{AF57AD94-9983-4A3D-AD2A-A63AF464ABF6}" srcOrd="0" destOrd="0" presId="urn:microsoft.com/office/officeart/2005/8/layout/vList2"/>
    <dgm:cxn modelId="{55E45B88-9CD6-4444-BF69-F8047B282E8A}" type="presOf" srcId="{1157562C-5244-4C84-8451-ADFEC94F93D6}" destId="{11B7BBC3-67C1-4919-ACFC-B325440FBD4E}" srcOrd="0" destOrd="0" presId="urn:microsoft.com/office/officeart/2005/8/layout/vList2"/>
    <dgm:cxn modelId="{AA81E795-4BD4-4794-BE98-195545005BA4}" type="presOf" srcId="{0C2D38B7-AC75-4D4C-9F49-50D9D47F000C}" destId="{26EF9492-77CC-4321-B519-75C6CDCD79FD}" srcOrd="0" destOrd="0" presId="urn:microsoft.com/office/officeart/2005/8/layout/vList2"/>
    <dgm:cxn modelId="{06132EA2-1956-4761-8C01-30F2D57A15CE}" srcId="{0C2D38B7-AC75-4D4C-9F49-50D9D47F000C}" destId="{E48D0984-6191-4C97-AC39-26F6897AA15F}" srcOrd="5" destOrd="0" parTransId="{B46E65C5-A9F9-4D1C-8466-9AA504E10107}" sibTransId="{0B72C935-E81F-4CE6-A1E8-41F0F28BF1F9}"/>
    <dgm:cxn modelId="{AC2BC4DD-BC00-41DB-838A-9742A28109AC}" type="presOf" srcId="{87C2DFC3-3660-480A-9B4D-72F0D88CE26A}" destId="{62E78B88-BB3B-4008-B4EE-8801D32FDAB0}" srcOrd="0" destOrd="0" presId="urn:microsoft.com/office/officeart/2005/8/layout/vList2"/>
    <dgm:cxn modelId="{1C8265DF-12DB-4585-BDC3-400CF97D2968}" srcId="{0C2D38B7-AC75-4D4C-9F49-50D9D47F000C}" destId="{B9EC7A97-AD11-4607-8B12-A10378EEAB6A}" srcOrd="2" destOrd="0" parTransId="{50E232E9-2A8F-4234-8026-F72C7CD4DB7A}" sibTransId="{C546DFE6-D269-402E-B9BE-0F0F0D0ED618}"/>
    <dgm:cxn modelId="{5C77B7E8-AB73-42ED-A15E-B75137743B1F}" srcId="{0C2D38B7-AC75-4D4C-9F49-50D9D47F000C}" destId="{F779954E-7D09-4859-81C2-E11A4E51662D}" srcOrd="1" destOrd="0" parTransId="{89B6EA7B-D5AB-41C5-B42E-9FA415D2557A}" sibTransId="{8B57FF2C-EA2F-4566-8634-29C0EF0783B0}"/>
    <dgm:cxn modelId="{72FBE562-79F7-4D9C-9EC5-F59664EF4218}" type="presParOf" srcId="{26EF9492-77CC-4321-B519-75C6CDCD79FD}" destId="{AF57AD94-9983-4A3D-AD2A-A63AF464ABF6}" srcOrd="0" destOrd="0" presId="urn:microsoft.com/office/officeart/2005/8/layout/vList2"/>
    <dgm:cxn modelId="{EDDE1DA7-B225-4638-90EF-071DB7677775}" type="presParOf" srcId="{26EF9492-77CC-4321-B519-75C6CDCD79FD}" destId="{1A1D9B04-9161-48D9-98B6-1066B8CF6B59}" srcOrd="1" destOrd="0" presId="urn:microsoft.com/office/officeart/2005/8/layout/vList2"/>
    <dgm:cxn modelId="{9F06B730-A7FE-438A-802C-04538F57DF3D}" type="presParOf" srcId="{26EF9492-77CC-4321-B519-75C6CDCD79FD}" destId="{1A2BE904-63A7-4947-83FF-CABC22B0D59A}" srcOrd="2" destOrd="0" presId="urn:microsoft.com/office/officeart/2005/8/layout/vList2"/>
    <dgm:cxn modelId="{9E937A96-DE14-4E9C-AD39-C9E3E12A6C9D}" type="presParOf" srcId="{26EF9492-77CC-4321-B519-75C6CDCD79FD}" destId="{F63FC9BE-1162-402B-8AF5-88CDA62D74FA}" srcOrd="3" destOrd="0" presId="urn:microsoft.com/office/officeart/2005/8/layout/vList2"/>
    <dgm:cxn modelId="{B619B1F1-3C47-40C6-8B7E-2532774C6702}" type="presParOf" srcId="{26EF9492-77CC-4321-B519-75C6CDCD79FD}" destId="{33EC1D9D-04AA-48C0-BD27-405B8EC325BE}" srcOrd="4" destOrd="0" presId="urn:microsoft.com/office/officeart/2005/8/layout/vList2"/>
    <dgm:cxn modelId="{B90F4C8B-3E38-4DBC-8527-7B75597AF954}" type="presParOf" srcId="{26EF9492-77CC-4321-B519-75C6CDCD79FD}" destId="{69D323F8-995A-4C9A-BA86-D57AE1B644BB}" srcOrd="5" destOrd="0" presId="urn:microsoft.com/office/officeart/2005/8/layout/vList2"/>
    <dgm:cxn modelId="{993DA0E6-4016-48F3-8D17-D389F50963AD}" type="presParOf" srcId="{26EF9492-77CC-4321-B519-75C6CDCD79FD}" destId="{11B7BBC3-67C1-4919-ACFC-B325440FBD4E}" srcOrd="6" destOrd="0" presId="urn:microsoft.com/office/officeart/2005/8/layout/vList2"/>
    <dgm:cxn modelId="{25F7BE8E-D4F7-4387-B1EE-BFC0A5FA0584}" type="presParOf" srcId="{26EF9492-77CC-4321-B519-75C6CDCD79FD}" destId="{61E73079-BF42-4765-89B1-FAA05A5DBD70}" srcOrd="7" destOrd="0" presId="urn:microsoft.com/office/officeart/2005/8/layout/vList2"/>
    <dgm:cxn modelId="{31FAAAB5-9F62-4C74-B9FF-0424B27BA623}" type="presParOf" srcId="{26EF9492-77CC-4321-B519-75C6CDCD79FD}" destId="{62E78B88-BB3B-4008-B4EE-8801D32FDAB0}" srcOrd="8" destOrd="0" presId="urn:microsoft.com/office/officeart/2005/8/layout/vList2"/>
    <dgm:cxn modelId="{3495DACB-7A55-46EB-8CCB-C985DEE5B99C}" type="presParOf" srcId="{26EF9492-77CC-4321-B519-75C6CDCD79FD}" destId="{4325EF42-17DF-4628-8207-33ADB3B17C66}" srcOrd="9" destOrd="0" presId="urn:microsoft.com/office/officeart/2005/8/layout/vList2"/>
    <dgm:cxn modelId="{2F5AB959-25AC-427F-8779-E77F36316424}" type="presParOf" srcId="{26EF9492-77CC-4321-B519-75C6CDCD79FD}" destId="{82D151A8-1412-4928-A7B8-573D93CF3FF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500C9-D953-44A0-831D-A37242B71283}">
      <dsp:nvSpPr>
        <dsp:cNvPr id="0" name=""/>
        <dsp:cNvSpPr/>
      </dsp:nvSpPr>
      <dsp:spPr>
        <a:xfrm>
          <a:off x="0" y="32228"/>
          <a:ext cx="10515600" cy="206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>
              <a:latin typeface="Aptos Display" panose="020F0302020204030204"/>
            </a:rPr>
            <a:t>How</a:t>
          </a:r>
          <a:r>
            <a:rPr lang="en-US" sz="5200" kern="1200" dirty="0"/>
            <a:t> vehicles depreciate as </a:t>
          </a:r>
          <a:r>
            <a:rPr lang="en-US" sz="5200" kern="1200"/>
            <a:t>they age?</a:t>
          </a:r>
          <a:endParaRPr lang="en-US" sz="5200" kern="1200" dirty="0"/>
        </a:p>
      </dsp:txBody>
      <dsp:txXfrm>
        <a:off x="100979" y="133207"/>
        <a:ext cx="10313642" cy="1866602"/>
      </dsp:txXfrm>
    </dsp:sp>
    <dsp:sp modelId="{FDB06500-CADC-49E3-838F-410B221EAF00}">
      <dsp:nvSpPr>
        <dsp:cNvPr id="0" name=""/>
        <dsp:cNvSpPr/>
      </dsp:nvSpPr>
      <dsp:spPr>
        <a:xfrm>
          <a:off x="0" y="2250549"/>
          <a:ext cx="10515600" cy="2068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How </a:t>
          </a:r>
          <a:r>
            <a:rPr lang="en-US" sz="5200" kern="1200" dirty="0">
              <a:latin typeface="Aptos Display" panose="020F0302020204030204"/>
            </a:rPr>
            <a:t>do</a:t>
          </a:r>
          <a:r>
            <a:rPr lang="en-US" sz="5200" kern="1200" dirty="0"/>
            <a:t> </a:t>
          </a:r>
          <a:r>
            <a:rPr lang="en-US" sz="5200" kern="1200" dirty="0">
              <a:latin typeface="Aptos Display" panose="020F0302020204030204"/>
            </a:rPr>
            <a:t>sports</a:t>
          </a:r>
          <a:r>
            <a:rPr lang="en-US" sz="5200" kern="1200" dirty="0"/>
            <a:t> cars compare to economy cars</a:t>
          </a:r>
          <a:r>
            <a:rPr lang="en-US" sz="5200" kern="1200" dirty="0">
              <a:latin typeface="Aptos Display" panose="020F0302020204030204"/>
            </a:rPr>
            <a:t>?</a:t>
          </a:r>
          <a:endParaRPr lang="en-US" sz="5200" kern="1200" dirty="0"/>
        </a:p>
      </dsp:txBody>
      <dsp:txXfrm>
        <a:off x="100979" y="2351528"/>
        <a:ext cx="10313642" cy="18666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BE904-63A7-4947-83FF-CABC22B0D59A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was Tidy</a:t>
          </a:r>
        </a:p>
      </dsp:txBody>
      <dsp:txXfrm>
        <a:off x="38381" y="64129"/>
        <a:ext cx="10438838" cy="709478"/>
      </dsp:txXfrm>
    </dsp:sp>
    <dsp:sp modelId="{11B7BBC3-67C1-4919-ACFC-B325440FBD4E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Did not need to reformat</a:t>
          </a:r>
        </a:p>
      </dsp:txBody>
      <dsp:txXfrm>
        <a:off x="38381" y="942529"/>
        <a:ext cx="10438838" cy="709478"/>
      </dsp:txXfrm>
    </dsp:sp>
    <dsp:sp modelId="{62E78B88-BB3B-4008-B4EE-8801D32FDAB0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Dimensions: 50,000x7</a:t>
          </a:r>
        </a:p>
      </dsp:txBody>
      <dsp:txXfrm>
        <a:off x="38381" y="1820930"/>
        <a:ext cx="10438838" cy="709478"/>
      </dsp:txXfrm>
    </dsp:sp>
    <dsp:sp modelId="{16B6E4C3-FA39-4317-863C-69CEB11B8CF3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NA's</a:t>
          </a:r>
        </a:p>
      </dsp:txBody>
      <dsp:txXfrm>
        <a:off x="38381" y="2699330"/>
        <a:ext cx="10438838" cy="709478"/>
      </dsp:txXfrm>
    </dsp:sp>
    <dsp:sp modelId="{919BB52F-CE0C-4982-8189-90350DCA7211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Interested variable is Price</a:t>
          </a:r>
        </a:p>
      </dsp:txBody>
      <dsp:txXfrm>
        <a:off x="38381" y="3577730"/>
        <a:ext cx="10438838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7AD94-9983-4A3D-AD2A-A63AF464ABF6}">
      <dsp:nvSpPr>
        <dsp:cNvPr id="0" name=""/>
        <dsp:cNvSpPr/>
      </dsp:nvSpPr>
      <dsp:spPr>
        <a:xfrm>
          <a:off x="0" y="72008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 Display" panose="020F0302020204030204"/>
            </a:rPr>
            <a:t>Found limitatons</a:t>
          </a:r>
        </a:p>
      </dsp:txBody>
      <dsp:txXfrm>
        <a:off x="31185" y="103193"/>
        <a:ext cx="10453230" cy="576450"/>
      </dsp:txXfrm>
    </dsp:sp>
    <dsp:sp modelId="{1A2BE904-63A7-4947-83FF-CABC22B0D59A}">
      <dsp:nvSpPr>
        <dsp:cNvPr id="0" name=""/>
        <dsp:cNvSpPr/>
      </dsp:nvSpPr>
      <dsp:spPr>
        <a:xfrm>
          <a:off x="0" y="7857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 Display" panose="020F0302020204030204"/>
            </a:rPr>
            <a:t>We were able to see how vehicles depreciate per decade</a:t>
          </a:r>
          <a:endParaRPr lang="en-US" sz="2600" kern="1200" dirty="0"/>
        </a:p>
      </dsp:txBody>
      <dsp:txXfrm>
        <a:off x="31185" y="816894"/>
        <a:ext cx="10453230" cy="576450"/>
      </dsp:txXfrm>
    </dsp:sp>
    <dsp:sp modelId="{33EC1D9D-04AA-48C0-BD27-405B8EC325BE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 Display" panose="020F0302020204030204"/>
            </a:rPr>
            <a:t>The exponential growth of price</a:t>
          </a:r>
        </a:p>
      </dsp:txBody>
      <dsp:txXfrm>
        <a:off x="31185" y="1530594"/>
        <a:ext cx="10453230" cy="576450"/>
      </dsp:txXfrm>
    </dsp:sp>
    <dsp:sp modelId="{11B7BBC3-67C1-4919-ACFC-B325440FBD4E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 Display" panose="020F0302020204030204"/>
            </a:rPr>
            <a:t>How sports cars fluctuate in value</a:t>
          </a:r>
          <a:endParaRPr lang="en-US" sz="2600" kern="1200" dirty="0"/>
        </a:p>
      </dsp:txBody>
      <dsp:txXfrm>
        <a:off x="31185" y="2244294"/>
        <a:ext cx="10453230" cy="576450"/>
      </dsp:txXfrm>
    </dsp:sp>
    <dsp:sp modelId="{62E78B88-BB3B-4008-B4EE-8801D32FDAB0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 Display" panose="020F0302020204030204"/>
            </a:rPr>
            <a:t>The growth of economy car prices</a:t>
          </a:r>
          <a:endParaRPr lang="en-US" sz="2600" kern="1200" dirty="0"/>
        </a:p>
      </dsp:txBody>
      <dsp:txXfrm>
        <a:off x="31185" y="2957994"/>
        <a:ext cx="10453230" cy="576450"/>
      </dsp:txXfrm>
    </dsp:sp>
    <dsp:sp modelId="{82D151A8-1412-4928-A7B8-573D93CF3FFC}">
      <dsp:nvSpPr>
        <dsp:cNvPr id="0" name=""/>
        <dsp:cNvSpPr/>
      </dsp:nvSpPr>
      <dsp:spPr>
        <a:xfrm>
          <a:off x="0" y="36405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 Display" panose="020F0302020204030204"/>
            </a:rPr>
            <a:t>Unable to explain price  growth</a:t>
          </a:r>
        </a:p>
      </dsp:txBody>
      <dsp:txXfrm>
        <a:off x="31185" y="3671694"/>
        <a:ext cx="10453230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ew from top of a car speeding along a bridge">
            <a:extLst>
              <a:ext uri="{FF2B5EF4-FFF2-40B4-BE49-F238E27FC236}">
                <a16:creationId xmlns:a16="http://schemas.microsoft.com/office/drawing/2014/main" id="{A469C261-4834-F108-07A4-F080B95EFE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470" r="-2" b="1352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Vehicle Prices Data Exploration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By: Kevin Mohammed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B575-9C0C-499A-277E-0323E321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05F707-C7A6-B268-2DA9-2BF0BD35C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4524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286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D971-D3F5-617E-DC97-7851D12A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9D60E6-03A4-523A-AD09-9D33DBE2A6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2E47E1-664D-A055-C298-6B561054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Notable statistics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D07D5-04B0-11B4-D112-0B0A26394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55" y="1144366"/>
            <a:ext cx="5017030" cy="20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Outliers present in price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9E295DB-7683-9CF6-2BCA-9EF0D259D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11" y="1909133"/>
            <a:ext cx="10843065" cy="303605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45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F898F-6836-DD4D-0E88-E1ED201A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EC4889-9181-6118-28AF-E53C17B6B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9FB674-F513-11A7-8E42-5471C36EE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D5426E-F406-129E-8AC0-2CCDC72E9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384733F-3432-927C-C6E2-98B0F8248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367A274-5CBD-EE85-E3D0-74A756BD1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D78E9F-4604-9301-D694-76AE7DC1F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1DE0C2D-7067-1AAF-ACB2-9B82873F3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1FE6B15-3A85-2F34-936D-A455767DD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7F1E5D-DFB5-ADF3-744E-44090BA02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FEA2C35-FCAF-8276-4DC1-DC9307BBB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2C823B-E87A-76E9-5D73-52E27F0A1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C682613-D2CD-8F50-3723-38445C00C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E6A3CA-885F-07CC-2918-BD5883ADD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6C6CB66-DDFD-58B3-96BF-2677D990A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0ADC4F-C6F2-2B2B-FE42-7E01CF65C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0A1B01-87EA-DDBC-E974-B285591BD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1342EE6-41BA-28FE-2CB7-3BC056164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7A89EE-D1F6-84B8-1639-83706DCCB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87F050-E295-E456-88C8-CB7CBE7E0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D5BBA1-89BB-A27D-F07B-9167D7D8C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FD4C4D39-8B34-1DAA-F88E-FC75A12ED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3631EE-DDCF-E09D-3544-78E036A18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F9C80DC-778D-DDBB-9574-812B32F2B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C5316B-4903-0C46-CF12-C4B7D92BE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6B5CB9-4194-EAAD-35B6-A4881006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F0A008D-F7AE-024D-468B-EE38D9AA8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ECA51F-F2EC-97DD-EDEB-C594306D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Vehicles Produced each Decade 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5051890-4477-6214-CE59-1B10D824C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BBA7A8C-E9EF-5BD4-E384-02921BAB2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D114A42-9544-C6C4-79F3-4F0CE1E16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693CA19-55EA-F40F-D083-06B61B9E6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DBBD7E7-8D5B-A47A-866D-2E6A15625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1564153-78B3-2693-E232-C1C7B55A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376" y="1360025"/>
            <a:ext cx="8008008" cy="49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82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95529-93F5-E517-E221-278D62F6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6CD285-048C-FEC0-943F-C1B71F137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71785-0869-3B49-D018-955F26D5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8232A5-3FB0-BFC4-9A28-B845127B5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530580-6615-A323-D0E9-BA32EDB72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095F2F-7474-7F2C-DF5C-72A6D237C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826DCE-5A28-725A-5DDC-8E22A79B1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D77956-6743-6078-D31A-F703C0D14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FFECD6D-966F-97C1-46DF-A519A4993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C0E1D10-0F0B-2DFD-CE86-09F28BBE5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BEF8F-1CA4-8406-0342-F089414A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3BA2696-A15A-618D-0617-4F5B6ABF4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F994F73-9859-AFF7-B4EC-890AB24B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DB7AE4B-77DF-1A67-29BF-72FA65949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24F1AC0-1A4C-FCD8-7513-2A78D763B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957E98-7CD4-A5DF-EC9F-09AD51BF3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29732D-6A27-2AC0-461E-AF718E209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291CEC8-BCA9-DD87-BDFE-FC4ED9AAB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05C7A2-2A7D-16F4-EFB9-69C1E4613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8A620EE-25CE-6A13-EC21-2D3CA3AB3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F5572C4-366F-4944-0A9E-74840CAD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0130714-B3BC-DB59-8CA7-DD3F89D32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8D1133D-A493-BCBC-2AA6-E954FC7A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135B928-80E0-4325-1175-99B910E01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D87D95B-A8DC-E1A2-3ACC-FAD96F6E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570884-CABF-83E0-F400-52A8538C1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2B5725-AEF1-310E-66FD-ED423E8439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E8C494-6E0B-F565-C0E5-E142DE5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Average Vehicle Prices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2640C8-91AD-2658-9060-0F02BFB7F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59E6EB5-3D62-0E7B-9517-6688F8F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D11C7FF-C4D8-FF8D-1015-23DE7CADA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A84237-6EB5-7760-2BA1-55234742A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5B9E66C-091E-E14E-3C29-525A69E73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7B72FE66-332B-6EFF-F559-6185911CC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88" y="1143000"/>
            <a:ext cx="8747000" cy="54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C2862-15B2-992B-E608-0BC342D8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68538D-01B8-41BB-E13E-16D46BFB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465A1-0709-76A0-A55F-DA37839C3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0DB85F-E3FC-AB4D-FC8B-59AC8C827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03D8CA8-3F63-4460-DFB7-89498050B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4C14B3D-5DB8-6C70-CF82-C4DCC3C0D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044EDC9-31BC-0FFE-C6FC-494FD9A04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01C25A7-259F-194E-A259-F138292CD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059F31-885A-EB54-CA91-AF0BB0441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2CB9244-B59B-AF13-E015-E39D8E931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C9C41-490E-F41F-CCB0-702509FB7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18EEAA-53F9-D2C6-010C-32DDA575B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A2FC5A1-53B8-DE22-C2E8-48DB14D52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AB7272-574F-BDC4-F646-A65B89291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5603E0-AFF5-D432-DBAD-EED803FE6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20BF9B4-E531-3A4D-FE34-B90AF3419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D1CCFC0-3335-1839-EEDF-6FC738A92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345D835-70A1-D7E6-1A78-C9A0E5493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BE33E6E-7554-CEFD-021D-8EF69CBF1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B4384B-9394-0C61-012A-F137A11E9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C05987-CE88-1BA6-26AE-457C3124A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8A9AE6F-5212-2BCB-C85E-53E8AF2FC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4FBF10-51FB-7214-5256-8B485FE7D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2E71EDA-F910-1288-E48B-97CA44AFE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C9D618B-C942-41CA-5C71-5B6C55FB2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F4BC84-D2C0-F389-EB07-22DE69524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B2FE32C-D7E5-A27E-A64B-90ACF92009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9BC297-5EC7-EB3A-04CE-2828A0FE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Average Vehicle Prices per Decade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FF96E29-3E62-717B-B894-7F2CC47A4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091C305-DE5F-E277-848C-306C4CE4E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0B42A0A-80DE-AF9C-43E8-734FDFF94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7A767E-5B08-1E73-F965-3C943136C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D4DF8BE-60CE-E4D2-FF83-4FF2C5DFB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F8C3B398-C8CD-31E5-01B3-6AED79DE6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272" y="1147822"/>
            <a:ext cx="8633738" cy="516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1FE23-E555-71EE-4BE3-FFDE64C3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515FDC-6B2D-18C3-F46D-64C698580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C18FBD-483A-F711-29D8-C69FBEE14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F970B0-1341-B7F6-4F7E-A56690C33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0A56CEF-3EA4-3D41-67F5-2397E6CFA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B277B84-1F87-DAF6-84B4-738A3FC27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C4A635B-B9F9-9179-B855-42B665303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9A2E6E-5B68-2CBD-2767-F60B11310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D6E24F5-9D32-0D6A-7DF9-83ABC80F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17DFD04-6DCB-6078-C2DF-17C70E730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ED4699A-E813-0420-35F3-F5F1A8AB2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39FF95-85EA-CDFE-11E5-12065989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3ECFD2-790F-D37A-057C-A65243A30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65CBEA5-21F0-0AFB-D0BB-AD1420594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DD83506-8B5F-EA9A-2EB8-B30D13E47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662B423-908C-7633-1748-CBEA8AB37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4731A56-5143-C765-6B5A-04E005298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840229-1268-01AC-2C98-40E3CA388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26E237-AB47-097E-ECAA-CAAA4250E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3F2E378-80C2-D1E4-E00A-158A20B0F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2F1793-94E7-2357-75F4-CF38C4A5C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3379701-B1E5-3882-728D-800D45EB2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4D74D83-7523-FE21-1196-27BB44CC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8876B8-5716-692F-98D3-67528DF7F5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1C51D3-ECA0-85F3-33DB-DD590864C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383143-218D-2377-2732-645CB03A3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AE3DC76-C5BA-A7D0-4447-1F120E648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72B180-F60C-E100-54AD-15C92265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Average Depreciation per Decade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68EE45-184C-EB83-7018-8BBEA6101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F5B667E-F739-8C21-7D5C-305468757F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6125B8A-2660-F718-C4AB-E0714BCA6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59C4627-98A4-FC45-7A0C-DD97F2E80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091925F-E2B7-6BCC-219E-887F4270D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graph of a graph showing the growth of a number of people&#10;&#10;AI-generated content may be incorrect.">
            <a:extLst>
              <a:ext uri="{FF2B5EF4-FFF2-40B4-BE49-F238E27FC236}">
                <a16:creationId xmlns:a16="http://schemas.microsoft.com/office/drawing/2014/main" id="{D0AE744D-5DB9-3596-4BA8-71265D5E2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64" y="993492"/>
            <a:ext cx="7734642" cy="463952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1DBC9A-B056-A159-A1AD-EBD4A7AC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578" y="5647634"/>
            <a:ext cx="3701701" cy="120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EAFFA-94BD-C11B-2964-599384BFF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94C636-2010-92DF-8565-75CF89D1D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A82FB-91CC-7FEF-F9C2-5BB85E327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B1C4F3-6330-EBDA-CA9E-98BD30C3D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19AAF59-BB6D-63B4-DA0F-CB26843D3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76AFEAE-511F-F569-399D-8FC8FE141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DCC78F-32F2-D527-8AF5-AE896758E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8E4A66-405F-583C-DBEB-FA777A4F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317C737-FC93-23AB-64E5-A4742F3F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1EFA0E0-A8B1-9B6D-4813-ACDF25F32E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AECE7-80DD-83B6-6819-1B65C9042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0B0B00D-C388-53E9-F546-07A08DDC8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9A76176-14EB-85F5-813C-87763BF8D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A33E80-4CE3-6D59-1D2F-C98A1510D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CBFEBAE-82CF-D3BD-5FDA-428878378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BA5C509-8D34-B940-1543-AD9856D6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F7BD92-363A-1A8C-EBF8-FED2C3C2A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02A74D-9CAF-28E1-6489-E9DC0F091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7BE74FD-739E-6A82-FCA0-F29D970F1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8A01B2C-771D-1BBC-F086-9F9F7A9DA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5191492-49ED-F413-1AF6-93FD6D16E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69C8ED93-5EFD-86BB-924D-FF9313C5A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57CC4C-D591-1DBE-A1C1-BDA6404BD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D465B54-A15F-6659-8B53-A2CB8825E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14D5F2F-D788-5D60-7C5F-28689C41B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33A5B9-0ED1-E3AB-5221-F617912BB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E17E5A-4E88-0B23-B541-C1EC29F5A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95864F-FA82-4D07-94F1-1AB7910BD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Average Price of Sports Cars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2B275A2-5AF9-0CB6-0196-347752A3F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BCF4C04-91B5-FF34-F0C0-0187FC192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472CD19-892E-EF48-AACF-231D34D6E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790266B-6C76-2227-BB20-C4AF04469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0884B06-57A1-1F2B-6900-6DF57DAFA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graph showing the average price of a year&#10;&#10;AI-generated content may be incorrect.">
            <a:extLst>
              <a:ext uri="{FF2B5EF4-FFF2-40B4-BE49-F238E27FC236}">
                <a16:creationId xmlns:a16="http://schemas.microsoft.com/office/drawing/2014/main" id="{314F5A3D-1009-E4F9-EDD5-F93B1586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4" y="1147822"/>
            <a:ext cx="8852080" cy="543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8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32C57-FA10-9EB5-F5D8-4233EAC4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52407C-6C26-FE23-96C1-580E49E2A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6967CB-D8C8-53A8-1E50-6146E4BF8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B395F5-D938-13D2-276A-725D75E65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BA8AE9B-5725-F60A-31DA-AB23BDBF7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2E83C9B-1422-FFD8-10B4-C00CF0181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2F92BD5-B974-5FE7-4109-8934B0B1B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4CC9DB-D655-2443-BF8F-0CEE4A28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00A7E8-FF81-8B9C-9DFE-7F197D213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0DF8BF3-3EE8-BC61-46E5-468A7093B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4CD2D-C61A-A1FA-79AA-9F32EDBE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1693E1-CBF8-447C-4AB0-C7FC03A8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7BA61B-1FF6-7593-1CD2-5A5BCFD32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4DD5E8B-F801-632B-24A1-3F4F14F82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7B3ACB-385E-7A52-C93A-11F4F53E6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6CB3F3-A6EB-CBE5-0361-3771B4033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D76651-365E-3FFC-A480-C2CB0002D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7A740C4-B658-00BA-9006-D01D3BB74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C2C469-9FE6-5773-9BE9-997B7A5DA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B2C3842-57D9-36AD-5CC7-093B26216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785113-38D2-7BBE-1673-E87A036A5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F7677BC5-99E0-BEC1-163F-31244B408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67A803-738A-2047-332B-0E4843B32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D0ECC2C-ED4C-BB3D-6847-23804C5EC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C795436-E9A4-E486-B2DB-AC88B729C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E197368-A743-C8BA-2CAE-8F558232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99874BE-4F4E-B386-608B-57647B7EE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13DC06-F586-4996-3405-D40C6EBF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Average Price of Economy Cars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12FCAF9-45FF-6EF0-365F-36C1EAD83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6814106-4777-A5BC-F27F-204743B91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91ED863-3DE5-929F-D6E6-F97A152EE2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0A82CE4-6DFC-076D-9E7D-696FB786C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5797A38-4449-A012-74DF-92FA93972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graph showing the price of a car&#10;&#10;AI-generated content may be incorrect.">
            <a:extLst>
              <a:ext uri="{FF2B5EF4-FFF2-40B4-BE49-F238E27FC236}">
                <a16:creationId xmlns:a16="http://schemas.microsoft.com/office/drawing/2014/main" id="{C6AAB252-3A36-2230-3149-59A4C755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38" y="1147822"/>
            <a:ext cx="9063209" cy="551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8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2E45B-ACC7-D254-B7B8-99CEAD08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C2E8BD4-A29D-7AE9-C814-E155E6B24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62DAF-F97D-DD45-87B9-C096D063D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46A8E9-EF96-6AAC-8CE9-75B026369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7A2BA88-9024-DC65-127E-CC99C391D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D0DDDC1-8B07-DED1-1D16-E54F8BD2F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40DBBF4-497E-2873-87D0-8B64A8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B84A57F-446B-8F3D-A9F8-E213B8D97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20D5705-11EB-2F86-BA14-7097F2C1C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898F18-C383-03DE-7D94-A62B93F56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09E842B-9CED-A780-9920-99031C5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45F832-6F0E-35A5-DE0C-70F05E648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44C184-DF43-D958-CA10-9A790EEAE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D24AE0F-7EBF-F116-B7EC-DF7A752E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82A8641-BFD0-4DAE-752E-4978A1ACD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3E7AC9-9F1B-BC4E-16AB-24D70C14B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9CFC89-6E79-5119-2F5B-EA75AEF1C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9B5AAF-24E5-CA4F-466A-FA46B450B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C89B39D-C523-2760-018D-2F6347CE9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9465DA-A726-7175-7D89-79A7BAA77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5CDFE3D-8971-C4CD-515B-B2917CC3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E4FB8A1-1DFB-451F-895C-1C3BA08E9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43A58B8-58E7-162B-A658-228063093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1A77F7F-70FF-6F2A-F5A6-F59D1A384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6B45715-9EDC-1DB2-14A2-2F341DDBD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7EFB63-A44A-2068-1B2E-1ED3AD05B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31A90E6-E63F-67C1-0420-10BE6081B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A1914C0-E878-0722-F847-8BAB6E4A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02" y="314847"/>
            <a:ext cx="11174337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Average Engine Sizes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5E9281-34F7-9ACA-D502-59386B055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8C702EB-4B16-5D51-9CCE-FA0D216D4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FE7B540-4E8D-8D97-2849-159922E3F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72A309-F252-FC0D-5363-7ADEAC03C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5A71861-15A6-99CA-C068-1089B8EFD1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graph showing the number of years per year&#10;&#10;AI-generated content may be incorrect.">
            <a:extLst>
              <a:ext uri="{FF2B5EF4-FFF2-40B4-BE49-F238E27FC236}">
                <a16:creationId xmlns:a16="http://schemas.microsoft.com/office/drawing/2014/main" id="{A5FC148E-4AE4-96CA-8215-386A5D2E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72" y="1147822"/>
            <a:ext cx="9095203" cy="552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2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7EE5-F371-04A5-939B-B53321E7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98BD-896A-80EE-7301-F6B8E2F0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8482CA-85FB-E433-BEEF-1125D36D4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98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115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Vehicle Prices Data Exploration</vt:lpstr>
      <vt:lpstr>Purpose</vt:lpstr>
      <vt:lpstr>Data set used</vt:lpstr>
      <vt:lpstr>Notable statistics </vt:lpstr>
      <vt:lpstr>Vehicles Produced each Decade </vt:lpstr>
      <vt:lpstr>Average Vehicle Prices</vt:lpstr>
      <vt:lpstr>Average Vehicle Prices per Decade</vt:lpstr>
      <vt:lpstr>Average Depreciation per Decade</vt:lpstr>
      <vt:lpstr>Average Price of Sports Cars</vt:lpstr>
      <vt:lpstr>Average Price of Economy Cars</vt:lpstr>
      <vt:lpstr>Average Engine Sizes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kevin mohammed</cp:lastModifiedBy>
  <cp:revision>211</cp:revision>
  <dcterms:created xsi:type="dcterms:W3CDTF">2025-11-16T22:39:19Z</dcterms:created>
  <dcterms:modified xsi:type="dcterms:W3CDTF">2025-11-17T04:33:29Z</dcterms:modified>
</cp:coreProperties>
</file>